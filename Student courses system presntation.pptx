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22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053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24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439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913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388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48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437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54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78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033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4961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487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145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383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565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107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88FF777-43BD-4156-A011-7238A4EB02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7A3D4-1B45-40CF-80F6-6DB4113CE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401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2CA55-C04C-B9FB-218E-B31FFF24D8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Student courses system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B53CF-DF12-FB34-5103-457A92299F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By/</a:t>
            </a:r>
            <a:r>
              <a:rPr lang="en-US" sz="3200" b="1" u="sng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ahmed</a:t>
            </a:r>
            <a:r>
              <a:rPr lang="en-US" sz="3200" b="1" u="sng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u="sng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alaa</a:t>
            </a:r>
            <a:r>
              <a:rPr lang="en-US" sz="3200" b="1" u="sng" dirty="0">
                <a:solidFill>
                  <a:schemeClr val="bg1">
                    <a:lumMod val="95000"/>
                    <a:lumOff val="5000"/>
                  </a:schemeClr>
                </a:solidFill>
              </a:rPr>
              <a:t> Mahmoud nfd</a:t>
            </a:r>
            <a:endParaRPr lang="en-GB" sz="3200" b="1" u="sng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416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C42E1-0190-43A6-1B8D-5C4A14A7D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Goals from project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C4418-CE8F-9C95-946F-2620D152C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824480"/>
            <a:ext cx="8946541" cy="342391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Make searching simple to student to learn about programing in one place</a:t>
            </a:r>
            <a:endParaRPr lang="en-GB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746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8AC8-18C7-4073-4E4B-D3CCB115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Tools in this project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98D1A-B91D-01F7-2D88-EBB0ADCA5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b="1" dirty="0">
                <a:solidFill>
                  <a:srgbClr val="C00000"/>
                </a:solidFill>
              </a:rPr>
              <a:t>HTML</a:t>
            </a:r>
            <a:br>
              <a:rPr lang="en-GB" sz="2800" b="1" dirty="0">
                <a:solidFill>
                  <a:srgbClr val="C00000"/>
                </a:solidFill>
              </a:rPr>
            </a:br>
            <a:r>
              <a:rPr lang="en-GB" sz="2800" b="1" dirty="0">
                <a:solidFill>
                  <a:srgbClr val="C00000"/>
                </a:solidFill>
              </a:rPr>
              <a:t>CSS</a:t>
            </a:r>
            <a:br>
              <a:rPr lang="en-GB" sz="2800" b="1" dirty="0">
                <a:solidFill>
                  <a:srgbClr val="C00000"/>
                </a:solidFill>
              </a:rPr>
            </a:br>
            <a:r>
              <a:rPr lang="en-GB" sz="2800" b="1" dirty="0">
                <a:solidFill>
                  <a:srgbClr val="C00000"/>
                </a:solidFill>
              </a:rPr>
              <a:t>JavaScript</a:t>
            </a:r>
            <a:br>
              <a:rPr lang="en-GB" sz="2800" b="1" dirty="0">
                <a:solidFill>
                  <a:srgbClr val="C00000"/>
                </a:solidFill>
              </a:rPr>
            </a:br>
            <a:r>
              <a:rPr lang="en-GB" sz="2800" b="1" dirty="0">
                <a:solidFill>
                  <a:srgbClr val="C00000"/>
                </a:solidFill>
              </a:rPr>
              <a:t>Back-End Technologies</a:t>
            </a:r>
            <a:br>
              <a:rPr lang="en-GB" sz="2800" b="1" dirty="0">
                <a:solidFill>
                  <a:srgbClr val="C00000"/>
                </a:solidFill>
              </a:rPr>
            </a:br>
            <a:r>
              <a:rPr lang="en-GB" sz="2800" b="1" dirty="0">
                <a:solidFill>
                  <a:srgbClr val="C00000"/>
                </a:solidFill>
              </a:rPr>
              <a:t>PHP</a:t>
            </a:r>
            <a:br>
              <a:rPr lang="en-GB" sz="2800" b="1" dirty="0">
                <a:solidFill>
                  <a:srgbClr val="C00000"/>
                </a:solidFill>
              </a:rPr>
            </a:br>
            <a:r>
              <a:rPr lang="en-GB" sz="2800" b="1" dirty="0">
                <a:solidFill>
                  <a:srgbClr val="C00000"/>
                </a:solidFill>
              </a:rPr>
              <a:t>Database</a:t>
            </a:r>
            <a:br>
              <a:rPr lang="en-GB" sz="2800" b="1" dirty="0">
                <a:solidFill>
                  <a:srgbClr val="C00000"/>
                </a:solidFill>
              </a:rPr>
            </a:br>
            <a:r>
              <a:rPr lang="en-GB" sz="2800" b="1" dirty="0">
                <a:solidFill>
                  <a:srgbClr val="C00000"/>
                </a:solidFill>
              </a:rPr>
              <a:t>MySQL</a:t>
            </a:r>
            <a:br>
              <a:rPr lang="en-GB" sz="2800" b="1" dirty="0">
                <a:solidFill>
                  <a:srgbClr val="C00000"/>
                </a:solidFill>
              </a:rPr>
            </a:br>
            <a:r>
              <a:rPr lang="en-GB" sz="2800" b="1" dirty="0">
                <a:solidFill>
                  <a:srgbClr val="C00000"/>
                </a:solidFill>
              </a:rPr>
              <a:t>Development Environment</a:t>
            </a:r>
            <a:br>
              <a:rPr lang="en-GB" sz="2800" b="1" dirty="0">
                <a:solidFill>
                  <a:srgbClr val="C00000"/>
                </a:solidFill>
              </a:rPr>
            </a:br>
            <a:r>
              <a:rPr lang="en-GB" sz="2800" b="1" dirty="0">
                <a:solidFill>
                  <a:srgbClr val="C00000"/>
                </a:solidFill>
              </a:rPr>
              <a:t>XAMPP (Apache &amp; MySQL)</a:t>
            </a:r>
          </a:p>
        </p:txBody>
      </p:sp>
    </p:spTree>
    <p:extLst>
      <p:ext uri="{BB962C8B-B14F-4D97-AF65-F5344CB8AC3E}">
        <p14:creationId xmlns:p14="http://schemas.microsoft.com/office/powerpoint/2010/main" val="574568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730F9-1AD1-89A9-83B9-CAD58B86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FD23F-FF2D-BA5F-4BFB-BE357A75D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solidFill>
                  <a:srgbClr val="C00000"/>
                </a:solidFill>
              </a:rPr>
              <a:t>To simplify course management.</a:t>
            </a:r>
            <a:br>
              <a:rPr lang="en-GB" sz="3200" b="1" dirty="0">
                <a:solidFill>
                  <a:srgbClr val="C00000"/>
                </a:solidFill>
              </a:rPr>
            </a:br>
            <a:r>
              <a:rPr lang="en-GB" sz="3200" b="1" dirty="0">
                <a:solidFill>
                  <a:srgbClr val="C00000"/>
                </a:solidFill>
              </a:rPr>
              <a:t>To replace manual management with an electronic system.</a:t>
            </a:r>
            <a:br>
              <a:rPr lang="en-GB" sz="3200" b="1" dirty="0">
                <a:solidFill>
                  <a:srgbClr val="C00000"/>
                </a:solidFill>
              </a:rPr>
            </a:br>
            <a:r>
              <a:rPr lang="en-GB" sz="3200" b="1" dirty="0">
                <a:solidFill>
                  <a:srgbClr val="C00000"/>
                </a:solidFill>
              </a:rPr>
              <a:t>To store and organize users' and courses' data efficiently.</a:t>
            </a:r>
            <a:br>
              <a:rPr lang="en-GB" sz="3200" b="1" dirty="0">
                <a:solidFill>
                  <a:srgbClr val="C00000"/>
                </a:solidFill>
              </a:rPr>
            </a:br>
            <a:r>
              <a:rPr lang="en-GB" sz="3200" b="1" dirty="0">
                <a:solidFill>
                  <a:srgbClr val="C00000"/>
                </a:solidFill>
              </a:rPr>
              <a:t>To improve the user experience.</a:t>
            </a:r>
            <a:br>
              <a:rPr lang="en-GB" sz="3200" b="1" dirty="0">
                <a:solidFill>
                  <a:srgbClr val="C00000"/>
                </a:solidFill>
              </a:rPr>
            </a:br>
            <a:r>
              <a:rPr lang="en-GB" sz="3200" b="1" dirty="0">
                <a:solidFill>
                  <a:srgbClr val="C00000"/>
                </a:solidFill>
              </a:rPr>
              <a:t>To manage user permissions based on their roles.</a:t>
            </a:r>
          </a:p>
        </p:txBody>
      </p:sp>
    </p:spTree>
    <p:extLst>
      <p:ext uri="{BB962C8B-B14F-4D97-AF65-F5344CB8AC3E}">
        <p14:creationId xmlns:p14="http://schemas.microsoft.com/office/powerpoint/2010/main" val="1167880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986B-C2E6-68B8-5B12-719CA5E0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System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61D1-D6B1-B17B-C823-21D46B4F3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Admin Features</a:t>
            </a:r>
            <a:br>
              <a:rPr lang="en-GB" dirty="0"/>
            </a:br>
            <a:r>
              <a:rPr lang="en-GB" b="1" dirty="0">
                <a:solidFill>
                  <a:srgbClr val="C00000"/>
                </a:solidFill>
              </a:rPr>
              <a:t>Secure admin login.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Add new courses.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Edit course information.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Delete courses.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Upload course images.</a:t>
            </a:r>
          </a:p>
          <a:p>
            <a:br>
              <a:rPr lang="en-GB" sz="2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GB" sz="2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User Features</a:t>
            </a:r>
            <a:br>
              <a:rPr lang="en-GB" dirty="0"/>
            </a:br>
            <a:r>
              <a:rPr lang="en-GB" b="1" dirty="0">
                <a:solidFill>
                  <a:srgbClr val="C00000"/>
                </a:solidFill>
              </a:rPr>
              <a:t>Create an account.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Login to the system.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Complete personal information.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Browse available courses.</a:t>
            </a:r>
          </a:p>
        </p:txBody>
      </p:sp>
    </p:spTree>
    <p:extLst>
      <p:ext uri="{BB962C8B-B14F-4D97-AF65-F5344CB8AC3E}">
        <p14:creationId xmlns:p14="http://schemas.microsoft.com/office/powerpoint/2010/main" val="363356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B4ADC-7A61-3600-A059-F4574F817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7932C-4499-B1DB-D1D6-E131F3971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42720"/>
            <a:ext cx="8946541" cy="4805679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Users</a:t>
            </a:r>
            <a:r>
              <a:rPr lang="en-GB" dirty="0"/>
              <a:t> </a:t>
            </a:r>
            <a:r>
              <a:rPr lang="en-GB" sz="2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br>
              <a:rPr lang="en-GB" dirty="0"/>
            </a:br>
            <a:r>
              <a:rPr lang="en-GB" b="1" dirty="0">
                <a:solidFill>
                  <a:srgbClr val="C00000"/>
                </a:solidFill>
              </a:rPr>
              <a:t>Contains: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User ID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Username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Password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Role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Full Name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Student ID</a:t>
            </a:r>
            <a:br>
              <a:rPr lang="en-GB" dirty="0"/>
            </a:br>
            <a:r>
              <a:rPr lang="en-GB" sz="2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Courses Table</a:t>
            </a:r>
            <a:br>
              <a:rPr lang="en-GB" dirty="0"/>
            </a:br>
            <a:r>
              <a:rPr lang="en-GB" b="1" dirty="0">
                <a:solidFill>
                  <a:srgbClr val="C00000"/>
                </a:solidFill>
              </a:rPr>
              <a:t>Contains: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Course ID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Course Name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Course Image</a:t>
            </a:r>
            <a:br>
              <a:rPr lang="en-GB" b="1" dirty="0">
                <a:solidFill>
                  <a:srgbClr val="C00000"/>
                </a:solidFill>
              </a:rPr>
            </a:br>
            <a:r>
              <a:rPr lang="en-GB" b="1" dirty="0">
                <a:solidFill>
                  <a:srgbClr val="C00000"/>
                </a:solidFill>
              </a:rPr>
              <a:t>Course Details</a:t>
            </a:r>
          </a:p>
        </p:txBody>
      </p:sp>
    </p:spTree>
    <p:extLst>
      <p:ext uri="{BB962C8B-B14F-4D97-AF65-F5344CB8AC3E}">
        <p14:creationId xmlns:p14="http://schemas.microsoft.com/office/powerpoint/2010/main" val="3873171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876ED-4847-8D4E-AACB-0B89D2503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User Authentication &amp;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F9631-B89C-EFE7-3ABC-E499E7390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rgbClr val="C00000"/>
                </a:solidFill>
              </a:rPr>
              <a:t>The system uses a login authentication process.</a:t>
            </a:r>
            <a:br>
              <a:rPr lang="en-GB" sz="3200" dirty="0">
                <a:solidFill>
                  <a:srgbClr val="C00000"/>
                </a:solidFill>
              </a:rPr>
            </a:br>
            <a:r>
              <a:rPr lang="en-GB" sz="3200" dirty="0">
                <a:solidFill>
                  <a:srgbClr val="C00000"/>
                </a:solidFill>
              </a:rPr>
              <a:t>Users are divided into </a:t>
            </a:r>
            <a:r>
              <a:rPr lang="en-GB" sz="32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two roles:</a:t>
            </a:r>
            <a:br>
              <a:rPr lang="en-GB" sz="3200" dirty="0"/>
            </a:br>
            <a:r>
              <a:rPr lang="en-GB" sz="32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Admin: </a:t>
            </a:r>
            <a:r>
              <a:rPr lang="en-GB" sz="3200" dirty="0">
                <a:solidFill>
                  <a:srgbClr val="C00000"/>
                </a:solidFill>
              </a:rPr>
              <a:t>Has full control over the system.</a:t>
            </a:r>
            <a:br>
              <a:rPr lang="en-GB" sz="3200" dirty="0"/>
            </a:br>
            <a:r>
              <a:rPr lang="en-GB" sz="32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User:</a:t>
            </a:r>
            <a:r>
              <a:rPr lang="en-GB" sz="3200" dirty="0"/>
              <a:t> </a:t>
            </a:r>
            <a:r>
              <a:rPr lang="en-GB" sz="3200" dirty="0">
                <a:solidFill>
                  <a:srgbClr val="C00000"/>
                </a:solidFill>
              </a:rPr>
              <a:t>Can access courses and manage personal information.</a:t>
            </a:r>
            <a:br>
              <a:rPr lang="en-GB" sz="3200" dirty="0">
                <a:solidFill>
                  <a:srgbClr val="C00000"/>
                </a:solidFill>
              </a:rPr>
            </a:br>
            <a:r>
              <a:rPr lang="en-GB" sz="3200" dirty="0">
                <a:solidFill>
                  <a:srgbClr val="C00000"/>
                </a:solidFill>
              </a:rPr>
              <a:t>Unauthorized users cannot access admin pages.</a:t>
            </a:r>
          </a:p>
        </p:txBody>
      </p:sp>
    </p:spTree>
    <p:extLst>
      <p:ext uri="{BB962C8B-B14F-4D97-AF65-F5344CB8AC3E}">
        <p14:creationId xmlns:p14="http://schemas.microsoft.com/office/powerpoint/2010/main" val="1176990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64F2-A9B8-66DA-7349-7E56DEAEB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84AB6-FA39-1351-0670-5E4F8A786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200" dirty="0">
                <a:solidFill>
                  <a:srgbClr val="C00000"/>
                </a:solidFill>
              </a:rPr>
              <a:t>The project provides an efficient system for managing online courses.</a:t>
            </a:r>
            <a:br>
              <a:rPr lang="en-GB" sz="3200" dirty="0">
                <a:solidFill>
                  <a:srgbClr val="C00000"/>
                </a:solidFill>
              </a:rPr>
            </a:br>
            <a:r>
              <a:rPr lang="en-GB" sz="3200" dirty="0">
                <a:solidFill>
                  <a:srgbClr val="C00000"/>
                </a:solidFill>
              </a:rPr>
              <a:t>It applies important concepts in:</a:t>
            </a:r>
            <a:br>
              <a:rPr lang="en-GB" sz="3200" dirty="0">
                <a:solidFill>
                  <a:srgbClr val="C00000"/>
                </a:solidFill>
              </a:rPr>
            </a:br>
            <a:r>
              <a:rPr lang="en-GB" sz="3200" dirty="0">
                <a:solidFill>
                  <a:srgbClr val="C00000"/>
                </a:solidFill>
              </a:rPr>
              <a:t>Web Development</a:t>
            </a:r>
            <a:br>
              <a:rPr lang="en-GB" sz="3200" dirty="0">
                <a:solidFill>
                  <a:srgbClr val="C00000"/>
                </a:solidFill>
              </a:rPr>
            </a:br>
            <a:r>
              <a:rPr lang="en-GB" sz="3200" dirty="0">
                <a:solidFill>
                  <a:srgbClr val="C00000"/>
                </a:solidFill>
              </a:rPr>
              <a:t>Database Management</a:t>
            </a:r>
            <a:br>
              <a:rPr lang="en-GB" sz="3200" dirty="0">
                <a:solidFill>
                  <a:srgbClr val="C00000"/>
                </a:solidFill>
              </a:rPr>
            </a:br>
            <a:r>
              <a:rPr lang="en-GB" sz="3200" dirty="0">
                <a:solidFill>
                  <a:srgbClr val="C00000"/>
                </a:solidFill>
              </a:rPr>
              <a:t>User Authentication</a:t>
            </a:r>
            <a:br>
              <a:rPr lang="en-GB" sz="3200" dirty="0">
                <a:solidFill>
                  <a:srgbClr val="C00000"/>
                </a:solidFill>
              </a:rPr>
            </a:br>
            <a:r>
              <a:rPr lang="en-GB" sz="3200" dirty="0">
                <a:solidFill>
                  <a:srgbClr val="C00000"/>
                </a:solidFill>
              </a:rPr>
              <a:t>System Design</a:t>
            </a:r>
          </a:p>
        </p:txBody>
      </p:sp>
    </p:spTree>
    <p:extLst>
      <p:ext uri="{BB962C8B-B14F-4D97-AF65-F5344CB8AC3E}">
        <p14:creationId xmlns:p14="http://schemas.microsoft.com/office/powerpoint/2010/main" val="26780078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</TotalTime>
  <Words>271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Student courses system</vt:lpstr>
      <vt:lpstr>Goals from project</vt:lpstr>
      <vt:lpstr>Tools in this project</vt:lpstr>
      <vt:lpstr>Project Objectives</vt:lpstr>
      <vt:lpstr>System Features</vt:lpstr>
      <vt:lpstr>Database Design</vt:lpstr>
      <vt:lpstr>User Authentication &amp; Roles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Nfd</dc:creator>
  <cp:lastModifiedBy>Ahmed Nfd</cp:lastModifiedBy>
  <cp:revision>2</cp:revision>
  <dcterms:created xsi:type="dcterms:W3CDTF">2026-07-16T11:48:27Z</dcterms:created>
  <dcterms:modified xsi:type="dcterms:W3CDTF">2026-07-16T12:29:33Z</dcterms:modified>
</cp:coreProperties>
</file>